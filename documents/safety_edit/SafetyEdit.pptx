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9D66A9-487A-4E0C-9E3C-267CC283D962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CFF799-8BFB-4DB5-AB41-86D0373DAF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818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CFF799-8BFB-4DB5-AB41-86D0373DAF3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15900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4A6836-D3EB-BF40-D501-778E42A0BD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EB7CE9C-1F73-241E-9104-B06DE53A5D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FADD76-AB5B-BF54-C2E3-47E429E9D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96F9-955E-485B-9DBE-E3F853048658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2750D4-102D-9B39-BB73-798215415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C5A8CC0-6B33-8D4A-E92B-A7CB583BC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AFE41-88A3-4A52-A420-0D64D2CC4B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3778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52D237-0237-5889-A251-E901FBB22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13CF5B-5E79-0954-1D5F-8797FA9212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951A63-D50B-776B-E614-D3E4D6ADB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96F9-955E-485B-9DBE-E3F853048658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2891BE-0C60-52A3-D20E-5D5A3F579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505358-C1F9-73B8-9B48-F248513EE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AFE41-88A3-4A52-A420-0D64D2CC4B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5704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F6C2A2-D301-EE34-9124-B83D46765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1C94CCA-89AC-9A02-70B4-E282A50E7B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9DC934-2114-20B3-CD75-6E80601C5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96F9-955E-485B-9DBE-E3F853048658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2F92D0E-792C-8309-66FC-9F8DB60BA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944DD9-1F5F-8180-0AC3-0E9642646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AFE41-88A3-4A52-A420-0D64D2CC4B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0223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050F45-2578-401C-EFCD-944B9B8B2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4DA0E1-19A8-0077-8D83-D10478B439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2EF4014-29ED-DF5C-38E0-DE9A3AD212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E92E893-F89E-DBC4-D5B2-EB09E085A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96F9-955E-485B-9DBE-E3F853048658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6E06AAC-8CB3-F77E-D1DF-92B04BFEB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81D5945-9A3E-5F64-684F-4803E3246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AFE41-88A3-4A52-A420-0D64D2CC4B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8545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EDB388-60A1-CF94-AD0A-84808596B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316293C-C261-3571-DC4A-95C4072B57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AFD8274-51C2-BD5A-6DC9-8E19E82E1C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3464F89-DED6-C298-088F-324498BFE5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CD36EB9-34C6-B0BF-8817-D803EA512C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EA252AA-777C-FCC8-BE91-CDC715D44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96F9-955E-485B-9DBE-E3F853048658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FE38098-8E21-D559-A001-442656936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0264365-73F1-3330-C47D-7C7D93537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AFE41-88A3-4A52-A420-0D64D2CC4B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3915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72572B-7937-0154-0347-7F99E2D0B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49451CC-31F4-FDE6-5C96-F372B6201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96F9-955E-485B-9DBE-E3F853048658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B5B0D48-8114-F1BF-6C9E-85850FE6F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FBA1BAE-22FA-22CB-154B-408118076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AFE41-88A3-4A52-A420-0D64D2CC4B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7662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57DB072-B762-E2A8-1276-71B44DC1F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96F9-955E-485B-9DBE-E3F853048658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AA12C1B-4AAD-7FD1-3B2D-5145FDCFD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65C3EF6-6E2C-5819-EB8C-889FFF08D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AFE41-88A3-4A52-A420-0D64D2CC4B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0254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C0FD2B-D084-447B-D0AF-74B8D481A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326977-84A9-5AFC-EA19-AE7F05CBBF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247A465-9470-875A-911D-E5446D243D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B916F5A-1B86-4304-AD5A-897EA43F8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96F9-955E-485B-9DBE-E3F853048658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2781942-3FEE-9BC3-4399-08E15861B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CB2979B-BAF7-8603-3FC1-60D9B58DF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AFE41-88A3-4A52-A420-0D64D2CC4B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8419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45354C-70CD-4F3A-5EBF-6A3C79247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0256C33-FEB8-7760-3871-C491480321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4741EA7-0130-B6D1-F504-1B49562F85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272D7E4-28B3-2ADF-55BE-ABB5DA992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96F9-955E-485B-9DBE-E3F853048658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1C11451-715B-39C5-6D28-1B243D91C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2E28DB-5C37-6619-C4BD-308A31BA2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AFE41-88A3-4A52-A420-0D64D2CC4B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9921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D03732-CD17-6F4B-8E64-7811DFB2E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6D051B6-88B3-4225-A7E2-26D42427A0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3D062B-E47C-C2B0-E092-FDAE3885B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96F9-955E-485B-9DBE-E3F853048658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5D1B00-6A60-46B1-D978-B6167866F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B58459-4F9E-9F93-2AA0-19E596E92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AFE41-88A3-4A52-A420-0D64D2CC4B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4603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211E98D-CD25-E46C-9B2F-33F8EF18B5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4B0474E-2FE8-2432-46DA-5094B81717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66A778-A00E-CEFB-49B2-AF0DD9068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96F9-955E-485B-9DBE-E3F853048658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9B3FE4-6DDF-D73C-84CF-506C82E6F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D90FFD-C6DA-169E-C32D-9D6F8D0D9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AFE41-88A3-4A52-A420-0D64D2CC4B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6797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A0D2244-B0FF-AC2F-9E6F-4ADF220B6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FFBB64C-289B-7461-F4A4-BA91BDD72E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355B98-282B-61FD-CA68-57B932CA4E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C296F9-955E-485B-9DBE-E3F853048658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5B71C1-2117-5BB6-4B44-6B281D06A7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D87899-CEEC-9D00-149A-EF235EFE06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7AFE41-88A3-4A52-A420-0D64D2CC4B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4812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5825D035-937B-C15E-FE2B-0A431FFF1E0A}"/>
              </a:ext>
            </a:extLst>
          </p:cNvPr>
          <p:cNvSpPr/>
          <p:nvPr/>
        </p:nvSpPr>
        <p:spPr>
          <a:xfrm>
            <a:off x="458679" y="448323"/>
            <a:ext cx="1145220" cy="27653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Encoder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BD8D840-B64A-A9E6-CA4C-DED4594A17CC}"/>
              </a:ext>
            </a:extLst>
          </p:cNvPr>
          <p:cNvSpPr/>
          <p:nvPr/>
        </p:nvSpPr>
        <p:spPr>
          <a:xfrm>
            <a:off x="1917576" y="381742"/>
            <a:ext cx="7910005" cy="3047254"/>
          </a:xfrm>
          <a:prstGeom prst="rect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F23FFF4-F171-A49E-BF5E-0FBD3DC06E77}"/>
              </a:ext>
            </a:extLst>
          </p:cNvPr>
          <p:cNvSpPr/>
          <p:nvPr/>
        </p:nvSpPr>
        <p:spPr>
          <a:xfrm>
            <a:off x="2308195" y="1245093"/>
            <a:ext cx="1482571" cy="1131903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Adapter 1</a:t>
            </a:r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2E081A4-5A56-BEA0-BE2F-8CC67EA468EE}"/>
              </a:ext>
            </a:extLst>
          </p:cNvPr>
          <p:cNvSpPr/>
          <p:nvPr/>
        </p:nvSpPr>
        <p:spPr>
          <a:xfrm>
            <a:off x="4138474" y="1245093"/>
            <a:ext cx="1482571" cy="11319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VLM </a:t>
            </a:r>
          </a:p>
          <a:p>
            <a:pPr algn="ctr"/>
            <a:r>
              <a:rPr lang="en-US" altLang="zh-CN" dirty="0"/>
              <a:t>(</a:t>
            </a:r>
            <a:r>
              <a:rPr lang="zh-CN" altLang="en-US" dirty="0"/>
              <a:t>无编解码器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E909369-18E6-79CE-E4B1-05798A543C0F}"/>
              </a:ext>
            </a:extLst>
          </p:cNvPr>
          <p:cNvSpPr/>
          <p:nvPr/>
        </p:nvSpPr>
        <p:spPr>
          <a:xfrm>
            <a:off x="5968753" y="1245092"/>
            <a:ext cx="1482571" cy="1131903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Adapter 2</a:t>
            </a:r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29871A3-C6B7-D23D-17D2-53D930F637A4}"/>
              </a:ext>
            </a:extLst>
          </p:cNvPr>
          <p:cNvSpPr/>
          <p:nvPr/>
        </p:nvSpPr>
        <p:spPr>
          <a:xfrm>
            <a:off x="7898167" y="1245091"/>
            <a:ext cx="1482571" cy="11319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Edit Model (</a:t>
            </a:r>
            <a:r>
              <a:rPr lang="zh-CN" altLang="en-US" dirty="0"/>
              <a:t>无编解码器</a:t>
            </a:r>
            <a:r>
              <a:rPr lang="en-US" altLang="zh-CN" dirty="0"/>
              <a:t>)</a:t>
            </a:r>
            <a:endParaRPr lang="zh-CN" altLang="en-US" dirty="0"/>
          </a:p>
        </p:txBody>
      </p:sp>
      <p:cxnSp>
        <p:nvCxnSpPr>
          <p:cNvPr id="11" name="连接符: 肘形 10">
            <a:extLst>
              <a:ext uri="{FF2B5EF4-FFF2-40B4-BE49-F238E27FC236}">
                <a16:creationId xmlns:a16="http://schemas.microsoft.com/office/drawing/2014/main" id="{9546DF0D-C4CD-2AF5-A177-516A7A4B7229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1553593" y="754602"/>
            <a:ext cx="7085860" cy="490489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5AE1ABD9-5605-D5F7-973B-A0C04CF83FBE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1603899" y="1811045"/>
            <a:ext cx="70429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D2C40DDE-6481-E840-9D88-E57F850E17E9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3790766" y="1811045"/>
            <a:ext cx="347708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C557E42A-A0D9-6634-49F2-4B50A65798AC}"/>
              </a:ext>
            </a:extLst>
          </p:cNvPr>
          <p:cNvCxnSpPr>
            <a:stCxn id="7" idx="3"/>
            <a:endCxn id="8" idx="1"/>
          </p:cNvCxnSpPr>
          <p:nvPr/>
        </p:nvCxnSpPr>
        <p:spPr>
          <a:xfrm flipV="1">
            <a:off x="5621045" y="1811044"/>
            <a:ext cx="347708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48092BFA-95BE-8D4C-3D8F-1174F2AA9EE3}"/>
              </a:ext>
            </a:extLst>
          </p:cNvPr>
          <p:cNvCxnSpPr>
            <a:stCxn id="8" idx="3"/>
            <a:endCxn id="9" idx="1"/>
          </p:cNvCxnSpPr>
          <p:nvPr/>
        </p:nvCxnSpPr>
        <p:spPr>
          <a:xfrm flipV="1">
            <a:off x="7451324" y="1811043"/>
            <a:ext cx="446843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B075A917-9499-8172-5F7E-161A7BBDF543}"/>
              </a:ext>
            </a:extLst>
          </p:cNvPr>
          <p:cNvSpPr/>
          <p:nvPr/>
        </p:nvSpPr>
        <p:spPr>
          <a:xfrm>
            <a:off x="10274424" y="448323"/>
            <a:ext cx="1145220" cy="27653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Decoder</a:t>
            </a:r>
            <a:endParaRPr lang="zh-CN" altLang="en-US" dirty="0"/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17A2F934-2AD7-09A0-928C-8B09C2C8EE44}"/>
              </a:ext>
            </a:extLst>
          </p:cNvPr>
          <p:cNvCxnSpPr>
            <a:cxnSpLocks/>
          </p:cNvCxnSpPr>
          <p:nvPr/>
        </p:nvCxnSpPr>
        <p:spPr>
          <a:xfrm>
            <a:off x="9380738" y="1811042"/>
            <a:ext cx="89368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AC3D5C68-0942-AB5F-7EF3-5A6F7BED9E4F}"/>
              </a:ext>
            </a:extLst>
          </p:cNvPr>
          <p:cNvCxnSpPr/>
          <p:nvPr/>
        </p:nvCxnSpPr>
        <p:spPr>
          <a:xfrm>
            <a:off x="63623" y="3639845"/>
            <a:ext cx="12064753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 40">
            <a:extLst>
              <a:ext uri="{FF2B5EF4-FFF2-40B4-BE49-F238E27FC236}">
                <a16:creationId xmlns:a16="http://schemas.microsoft.com/office/drawing/2014/main" id="{DC15C3A0-99F2-2B91-BDEA-DC93522B9AEF}"/>
              </a:ext>
            </a:extLst>
          </p:cNvPr>
          <p:cNvSpPr/>
          <p:nvPr/>
        </p:nvSpPr>
        <p:spPr>
          <a:xfrm>
            <a:off x="2175029" y="1029809"/>
            <a:ext cx="3613212" cy="2183897"/>
          </a:xfrm>
          <a:prstGeom prst="rect">
            <a:avLst/>
          </a:prstGeom>
          <a:noFill/>
          <a:ln w="28575">
            <a:solidFill>
              <a:schemeClr val="accent2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F22B5143-906E-1F68-F3E7-B051091C3145}"/>
              </a:ext>
            </a:extLst>
          </p:cNvPr>
          <p:cNvSpPr txBox="1"/>
          <p:nvPr/>
        </p:nvSpPr>
        <p:spPr>
          <a:xfrm>
            <a:off x="2759001" y="2758282"/>
            <a:ext cx="2704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训练阶段</a:t>
            </a:r>
            <a:r>
              <a:rPr lang="en-US" altLang="zh-CN" dirty="0"/>
              <a:t>1 (</a:t>
            </a:r>
            <a:r>
              <a:rPr lang="zh-CN" altLang="en-US" dirty="0"/>
              <a:t>仅 </a:t>
            </a:r>
            <a:r>
              <a:rPr lang="en-US" altLang="zh-CN" dirty="0"/>
              <a:t>Adapter 1)</a:t>
            </a:r>
            <a:endParaRPr lang="zh-CN" altLang="en-US" dirty="0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FC757679-52F6-43BC-8855-5CF5FC959102}"/>
              </a:ext>
            </a:extLst>
          </p:cNvPr>
          <p:cNvSpPr/>
          <p:nvPr/>
        </p:nvSpPr>
        <p:spPr>
          <a:xfrm>
            <a:off x="2050742" y="914411"/>
            <a:ext cx="7474998" cy="2414715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AA317BB2-028F-8A78-9F27-8B5C407E26C2}"/>
              </a:ext>
            </a:extLst>
          </p:cNvPr>
          <p:cNvSpPr txBox="1"/>
          <p:nvPr/>
        </p:nvSpPr>
        <p:spPr>
          <a:xfrm>
            <a:off x="6300980" y="2755609"/>
            <a:ext cx="2704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训练阶段</a:t>
            </a:r>
            <a:r>
              <a:rPr lang="en-US" altLang="zh-CN" dirty="0"/>
              <a:t>2 (</a:t>
            </a:r>
            <a:r>
              <a:rPr lang="zh-CN" altLang="en-US" dirty="0"/>
              <a:t>仅 </a:t>
            </a:r>
            <a:r>
              <a:rPr lang="en-US" altLang="zh-CN" dirty="0"/>
              <a:t>Adapter 2)</a:t>
            </a:r>
            <a:endParaRPr lang="zh-CN" altLang="en-US" dirty="0"/>
          </a:p>
        </p:txBody>
      </p:sp>
      <p:pic>
        <p:nvPicPr>
          <p:cNvPr id="49" name="图片 48">
            <a:extLst>
              <a:ext uri="{FF2B5EF4-FFF2-40B4-BE49-F238E27FC236}">
                <a16:creationId xmlns:a16="http://schemas.microsoft.com/office/drawing/2014/main" id="{E7CD821D-E7E2-FCAC-0BE7-0F55FA6880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411" y="4691845"/>
            <a:ext cx="1673638" cy="1571625"/>
          </a:xfrm>
          <a:prstGeom prst="rect">
            <a:avLst/>
          </a:prstGeom>
        </p:spPr>
      </p:pic>
      <p:pic>
        <p:nvPicPr>
          <p:cNvPr id="51" name="图片 50">
            <a:extLst>
              <a:ext uri="{FF2B5EF4-FFF2-40B4-BE49-F238E27FC236}">
                <a16:creationId xmlns:a16="http://schemas.microsoft.com/office/drawing/2014/main" id="{577A7083-62FA-869E-EBB3-B175E0512C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740" y="4691845"/>
            <a:ext cx="1628935" cy="1573041"/>
          </a:xfrm>
          <a:prstGeom prst="rect">
            <a:avLst/>
          </a:prstGeom>
        </p:spPr>
      </p:pic>
      <p:sp>
        <p:nvSpPr>
          <p:cNvPr id="52" name="矩形 51">
            <a:extLst>
              <a:ext uri="{FF2B5EF4-FFF2-40B4-BE49-F238E27FC236}">
                <a16:creationId xmlns:a16="http://schemas.microsoft.com/office/drawing/2014/main" id="{A25B1358-1E42-2D21-1FD2-91158AB72541}"/>
              </a:ext>
            </a:extLst>
          </p:cNvPr>
          <p:cNvSpPr/>
          <p:nvPr/>
        </p:nvSpPr>
        <p:spPr>
          <a:xfrm>
            <a:off x="3151856" y="4910288"/>
            <a:ext cx="1482571" cy="11319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VLM 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8EE56E2D-3855-1E2F-A034-489474693AD4}"/>
              </a:ext>
            </a:extLst>
          </p:cNvPr>
          <p:cNvSpPr/>
          <p:nvPr/>
        </p:nvSpPr>
        <p:spPr>
          <a:xfrm>
            <a:off x="2161713" y="62146"/>
            <a:ext cx="1775534" cy="23081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Prompt</a:t>
            </a:r>
            <a:endParaRPr lang="zh-CN" altLang="en-US" dirty="0"/>
          </a:p>
        </p:txBody>
      </p: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7D0515E5-9202-8D2D-2AB0-B0C44DE55450}"/>
              </a:ext>
            </a:extLst>
          </p:cNvPr>
          <p:cNvCxnSpPr>
            <a:stCxn id="53" idx="2"/>
            <a:endCxn id="6" idx="0"/>
          </p:cNvCxnSpPr>
          <p:nvPr/>
        </p:nvCxnSpPr>
        <p:spPr>
          <a:xfrm>
            <a:off x="3049480" y="292965"/>
            <a:ext cx="1" cy="952128"/>
          </a:xfrm>
          <a:prstGeom prst="straightConnector1">
            <a:avLst/>
          </a:prstGeom>
          <a:ln w="28575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矩形 56">
            <a:extLst>
              <a:ext uri="{FF2B5EF4-FFF2-40B4-BE49-F238E27FC236}">
                <a16:creationId xmlns:a16="http://schemas.microsoft.com/office/drawing/2014/main" id="{9BB383E5-ADB3-0B03-71DA-6C451FAE3379}"/>
              </a:ext>
            </a:extLst>
          </p:cNvPr>
          <p:cNvSpPr/>
          <p:nvPr/>
        </p:nvSpPr>
        <p:spPr>
          <a:xfrm>
            <a:off x="7496315" y="4910287"/>
            <a:ext cx="1482571" cy="11319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Edit Model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B86B1798-3443-29F9-626D-9CFE85CDA29B}"/>
              </a:ext>
            </a:extLst>
          </p:cNvPr>
          <p:cNvSpPr/>
          <p:nvPr/>
        </p:nvSpPr>
        <p:spPr>
          <a:xfrm>
            <a:off x="5187400" y="5209914"/>
            <a:ext cx="1800001" cy="5326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prompt</a:t>
            </a:r>
            <a:endParaRPr lang="zh-CN" altLang="en-US" dirty="0"/>
          </a:p>
        </p:txBody>
      </p: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730203BF-C2EE-AACA-A262-5722DE9E7186}"/>
              </a:ext>
            </a:extLst>
          </p:cNvPr>
          <p:cNvCxnSpPr>
            <a:stCxn id="49" idx="3"/>
            <a:endCxn id="52" idx="1"/>
          </p:cNvCxnSpPr>
          <p:nvPr/>
        </p:nvCxnSpPr>
        <p:spPr>
          <a:xfrm flipV="1">
            <a:off x="2564049" y="5476240"/>
            <a:ext cx="587807" cy="141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525BC071-A46F-B301-31DF-D695B7264FA2}"/>
              </a:ext>
            </a:extLst>
          </p:cNvPr>
          <p:cNvCxnSpPr>
            <a:stCxn id="52" idx="3"/>
            <a:endCxn id="58" idx="1"/>
          </p:cNvCxnSpPr>
          <p:nvPr/>
        </p:nvCxnSpPr>
        <p:spPr>
          <a:xfrm>
            <a:off x="4634427" y="5476240"/>
            <a:ext cx="552973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EDF4C049-6053-BC9D-5ADD-6E87280973B1}"/>
              </a:ext>
            </a:extLst>
          </p:cNvPr>
          <p:cNvCxnSpPr>
            <a:stCxn id="58" idx="3"/>
            <a:endCxn id="57" idx="1"/>
          </p:cNvCxnSpPr>
          <p:nvPr/>
        </p:nvCxnSpPr>
        <p:spPr>
          <a:xfrm flipV="1">
            <a:off x="6987401" y="5476239"/>
            <a:ext cx="508914" cy="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172C6BFE-0F9D-C7B3-2F79-FAB7A19F9706}"/>
              </a:ext>
            </a:extLst>
          </p:cNvPr>
          <p:cNvCxnSpPr>
            <a:stCxn id="57" idx="3"/>
            <a:endCxn id="51" idx="1"/>
          </p:cNvCxnSpPr>
          <p:nvPr/>
        </p:nvCxnSpPr>
        <p:spPr>
          <a:xfrm>
            <a:off x="8978886" y="5476239"/>
            <a:ext cx="546854" cy="212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连接符: 肘形 67">
            <a:extLst>
              <a:ext uri="{FF2B5EF4-FFF2-40B4-BE49-F238E27FC236}">
                <a16:creationId xmlns:a16="http://schemas.microsoft.com/office/drawing/2014/main" id="{64C58BFE-621B-18A9-00A1-996E4FE28D86}"/>
              </a:ext>
            </a:extLst>
          </p:cNvPr>
          <p:cNvCxnSpPr>
            <a:cxnSpLocks/>
            <a:endCxn id="57" idx="0"/>
          </p:cNvCxnSpPr>
          <p:nvPr/>
        </p:nvCxnSpPr>
        <p:spPr>
          <a:xfrm>
            <a:off x="1727230" y="4265705"/>
            <a:ext cx="6510371" cy="644582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D1A4CC16-39C6-2016-33F4-274537E883C2}"/>
              </a:ext>
            </a:extLst>
          </p:cNvPr>
          <p:cNvCxnSpPr>
            <a:cxnSpLocks/>
            <a:endCxn id="49" idx="0"/>
          </p:cNvCxnSpPr>
          <p:nvPr/>
        </p:nvCxnSpPr>
        <p:spPr>
          <a:xfrm>
            <a:off x="1727230" y="4273691"/>
            <a:ext cx="0" cy="41815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矩形 82">
            <a:extLst>
              <a:ext uri="{FF2B5EF4-FFF2-40B4-BE49-F238E27FC236}">
                <a16:creationId xmlns:a16="http://schemas.microsoft.com/office/drawing/2014/main" id="{5A9BF385-6002-E1C8-BDCB-B54BFE6497AA}"/>
              </a:ext>
            </a:extLst>
          </p:cNvPr>
          <p:cNvSpPr/>
          <p:nvPr/>
        </p:nvSpPr>
        <p:spPr>
          <a:xfrm>
            <a:off x="792276" y="4117965"/>
            <a:ext cx="6300981" cy="2358292"/>
          </a:xfrm>
          <a:prstGeom prst="rect">
            <a:avLst/>
          </a:prstGeom>
          <a:noFill/>
          <a:ln w="28575">
            <a:solidFill>
              <a:schemeClr val="accent2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CF3EA988-8F8D-B950-7518-0E94DDB75B14}"/>
              </a:ext>
            </a:extLst>
          </p:cNvPr>
          <p:cNvSpPr/>
          <p:nvPr/>
        </p:nvSpPr>
        <p:spPr>
          <a:xfrm>
            <a:off x="649549" y="3994947"/>
            <a:ext cx="10652040" cy="2636672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12EDE5B3-B6F4-DACD-D5B2-0EC7F28139A1}"/>
              </a:ext>
            </a:extLst>
          </p:cNvPr>
          <p:cNvSpPr/>
          <p:nvPr/>
        </p:nvSpPr>
        <p:spPr>
          <a:xfrm>
            <a:off x="3005374" y="3683899"/>
            <a:ext cx="1775534" cy="23081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Prompt</a:t>
            </a:r>
            <a:endParaRPr lang="zh-CN" altLang="en-US" dirty="0"/>
          </a:p>
        </p:txBody>
      </p:sp>
      <p:cxnSp>
        <p:nvCxnSpPr>
          <p:cNvPr id="86" name="直接箭头连接符 85">
            <a:extLst>
              <a:ext uri="{FF2B5EF4-FFF2-40B4-BE49-F238E27FC236}">
                <a16:creationId xmlns:a16="http://schemas.microsoft.com/office/drawing/2014/main" id="{64C08867-D447-9D08-8A6A-9C77B00CF601}"/>
              </a:ext>
            </a:extLst>
          </p:cNvPr>
          <p:cNvCxnSpPr>
            <a:cxnSpLocks/>
            <a:stCxn id="85" idx="2"/>
            <a:endCxn id="52" idx="0"/>
          </p:cNvCxnSpPr>
          <p:nvPr/>
        </p:nvCxnSpPr>
        <p:spPr>
          <a:xfrm>
            <a:off x="3893141" y="3914718"/>
            <a:ext cx="1" cy="995570"/>
          </a:xfrm>
          <a:prstGeom prst="straightConnector1">
            <a:avLst/>
          </a:prstGeom>
          <a:ln w="28575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89052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42</Words>
  <Application>Microsoft Office PowerPoint</Application>
  <PresentationFormat>宽屏</PresentationFormat>
  <Paragraphs>15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宇翔 贺</dc:creator>
  <cp:lastModifiedBy>宇翔 贺</cp:lastModifiedBy>
  <cp:revision>5</cp:revision>
  <dcterms:created xsi:type="dcterms:W3CDTF">2026-06-30T02:48:26Z</dcterms:created>
  <dcterms:modified xsi:type="dcterms:W3CDTF">2026-06-30T03:51:15Z</dcterms:modified>
</cp:coreProperties>
</file>